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4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10" Type="http://schemas.openxmlformats.org/officeDocument/2006/relationships/image" Target="../media/screenshot1.png"/><Relationship Id="rId11" Type="http://schemas.openxmlformats.org/officeDocument/2006/relationships/image" Target="../media/screenshot2.png"/><Relationship Id="rId12" Type="http://schemas.openxmlformats.org/officeDocument/2006/relationships/image" Target="../media/screenshot3.png"/><Relationship Id="rId13" Type="http://schemas.openxmlformats.org/officeDocument/2006/relationships/image" Target="../media/screenshot4.png"/><Relationship Id="rId14" Type="http://schemas.openxmlformats.org/officeDocument/2006/relationships/image" Target="../media/screenshot5.png"/><Relationship Id="rId15" Type="http://schemas.openxmlformats.org/officeDocument/2006/relationships/image" Target="../media/screenshot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image" Target="../media/image-4-1.png"/><Relationship Id="rId3" Type="http://schemas.openxmlformats.org/officeDocument/2006/relationships/image" Target="../media/image-5-4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grad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ELIGIBILITY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81635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C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 Application Using Structures &amp; File Handling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822960" y="4224528"/>
            <a:ext cx="2743200" cy="0"/>
          </a:xfrm>
          <a:prstGeom prst="line">
            <a:avLst/>
          </a:prstGeom>
          <a:noFill/>
          <a:ln w="15875">
            <a:solidFill>
              <a:srgbClr val="5C7C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Jeevan. 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102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811325104088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5196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Kamalesh. 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51960" y="5102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811325104091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 Amalraj. 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80960" y="5102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811325104110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placements require accurate tracking of each student's academic and technical profile. Manually checking every student against a company's eligibility criteria is slow and error-prone.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simple, menu-driven console system in C that stores student records using structures, saves them to a file for safekeeping, and instantly reports who qualifies for placement drives.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5087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7" name="Image 0" descr="icons/laptop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288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673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&amp; Reliable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0" y="20756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eligibility checks, no manual paperwork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2990088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1" name="Image 1" descr="icons/fil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310128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046720" y="35570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saved to a file — nothing is lost on exit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40880" y="4471416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5" name="Image 2" descr="icons/clipboar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791456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4636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Decisions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46720" y="50383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ELIGIBLE / NOT ELIGIBLE status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record — including contact and academic details — is grouped into a single C structure.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0" y="2057400"/>
            <a:ext cx="6766560" cy="4160520"/>
          </a:xfrm>
          <a:prstGeom prst="roundRect">
            <a:avLst>
              <a:gd name="adj" fmla="val 1758"/>
            </a:avLst>
          </a:prstGeom>
          <a:solidFill>
            <a:srgbClr val="2E3A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2377440"/>
            <a:ext cx="5852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  registerNumber;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 name[50];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 email[50];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  year;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float cgpa;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  backlogs;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float attendance;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  skills;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  isEligible;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Student;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Records in a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losing data when the program closes, every record is written to a text file, students.txt, and read back automatically the next time the program runs.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4206240" cy="1920240"/>
          </a:xfrm>
          <a:prstGeom prst="roundRect">
            <a:avLst>
              <a:gd name="adj" fmla="val 428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6" name="Image 0" descr="icons/db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834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Records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(in memory)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34440" y="3611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Student structures, filled in as you use the menu.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32320" y="2514600"/>
            <a:ext cx="4206240" cy="1920240"/>
          </a:xfrm>
          <a:prstGeom prst="roundRect">
            <a:avLst>
              <a:gd name="adj" fmla="val 4286"/>
            </a:avLst>
          </a:prstGeom>
          <a:solidFill>
            <a:srgbClr val="2E3A46"/>
          </a:solidFill>
          <a:ln/>
        </p:spPr>
      </p:sp>
      <p:pic>
        <p:nvPicPr>
          <p:cNvPr id="10" name="Image 1" descr="icons/fil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834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8388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students.txt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(on disk)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52360" y="3611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that keeps every record safe between program runs.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120640" y="3108960"/>
            <a:ext cx="2011680" cy="0"/>
          </a:xfrm>
          <a:prstGeom prst="line">
            <a:avLst/>
          </a:prstGeom>
          <a:noFill/>
          <a:ln w="19050">
            <a:solidFill>
              <a:srgbClr val="5C7C89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521208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saveToFile() on Add / Exit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20640" y="3840480"/>
            <a:ext cx="2011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16" name="Text 12"/>
          <p:cNvSpPr/>
          <p:nvPr/>
        </p:nvSpPr>
        <p:spPr>
          <a:xfrm>
            <a:off x="521208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loadFromFile() on Startup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closing and reopening the program never loses a single student record.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Menu-Driven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6" name="Image 0" descr="icons/user_plus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025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24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Student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 and save the record to file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8562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11" name="Image 1" descr="icons/lis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025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24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All Students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every record loaded from file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8562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16" name="Image 2" descr="icons/searc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00253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24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Register No.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94192" y="30449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one student instantly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325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21" name="Image 3" descr="icons/chec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47141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932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Eligibility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5138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student against placement rules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325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26" name="Image 4" descr="icons/star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471416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50932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Eligible Students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55138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everyone who qualifies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474720" cy="2148840"/>
          </a:xfrm>
          <a:prstGeom prst="roundRect">
            <a:avLst>
              <a:gd name="adj" fmla="val 3830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4325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pic>
        <p:nvPicPr>
          <p:cNvPr id="31" name="Image 5" descr="icons/exit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471416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50932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94192" y="55138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data and close with a thank-you message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Program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58488" y="1417320"/>
            <a:ext cx="3474720" cy="502920"/>
          </a:xfrm>
          <a:prstGeom prst="roundRect">
            <a:avLst>
              <a:gd name="adj" fmla="val 50909"/>
            </a:avLst>
          </a:prstGeom>
          <a:solidFill>
            <a:srgbClr val="5C7C89"/>
          </a:solidFill>
          <a:ln/>
        </p:spPr>
      </p:sp>
      <p:sp>
        <p:nvSpPr>
          <p:cNvPr id="5" name="Text 3"/>
          <p:cNvSpPr/>
          <p:nvPr/>
        </p:nvSpPr>
        <p:spPr>
          <a:xfrm>
            <a:off x="4358488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Load students.txt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848" y="1920240"/>
            <a:ext cx="0" cy="274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5688" y="219456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2E3A46"/>
          </a:solidFill>
          <a:ln/>
        </p:spPr>
      </p:sp>
      <p:sp>
        <p:nvSpPr>
          <p:cNvPr id="8" name="Text 6"/>
          <p:cNvSpPr/>
          <p:nvPr/>
        </p:nvSpPr>
        <p:spPr>
          <a:xfrm>
            <a:off x="4815688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48" y="2697480"/>
            <a:ext cx="0" cy="274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7624" y="2971800"/>
            <a:ext cx="8156448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0364" y="29718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3F5F6"/>
          </a:solidFill>
          <a:ln w="12700">
            <a:solidFill>
              <a:srgbClr val="5C7C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0364" y="29718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7624" y="2697480"/>
            <a:ext cx="0" cy="27432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19476" y="29718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3F5F6"/>
          </a:solidFill>
          <a:ln w="12700">
            <a:solidFill>
              <a:srgbClr val="5C7C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9476" y="29718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56736" y="2697480"/>
            <a:ext cx="0" cy="27432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8588" y="29718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3F5F6"/>
          </a:solidFill>
          <a:ln w="12700">
            <a:solidFill>
              <a:srgbClr val="5C7C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8588" y="29718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5848" y="2697480"/>
            <a:ext cx="0" cy="27432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7700" y="29718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3F5F6"/>
          </a:solidFill>
          <a:ln w="12700">
            <a:solidFill>
              <a:srgbClr val="5C7C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7700" y="29718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4960" y="2697480"/>
            <a:ext cx="0" cy="27432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6812" y="29718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F3F5F6"/>
          </a:solidFill>
          <a:ln w="12700">
            <a:solidFill>
              <a:srgbClr val="5C7C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6812" y="29718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74072" y="2697480"/>
            <a:ext cx="0" cy="27432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3749040"/>
            <a:ext cx="0" cy="3200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8488" y="4069080"/>
            <a:ext cx="3474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8488" y="4069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saves record to file  •  Returns to Main Menu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5848" y="4572000"/>
            <a:ext cx="0" cy="274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58488" y="484632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2E3A46"/>
          </a:solidFill>
          <a:ln/>
        </p:spPr>
      </p:sp>
      <p:pic>
        <p:nvPicPr>
          <p:cNvPr id="31" name="Image 0" descr="icons/exit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088" y="4956048"/>
            <a:ext cx="329184" cy="3291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44288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  →  Thank You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Eligibility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marked ELIGIBLE only when all four conditions below are satisfied at once.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2288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E3A46"/>
          </a:solidFill>
          <a:ln/>
        </p:spPr>
      </p:sp>
      <p:sp>
        <p:nvSpPr>
          <p:cNvPr id="6" name="Text 4"/>
          <p:cNvSpPr/>
          <p:nvPr/>
        </p:nvSpPr>
        <p:spPr>
          <a:xfrm>
            <a:off x="472288" y="27432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00888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CGPA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2648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3F5F6"/>
          </a:solidFill>
          <a:ln/>
        </p:spPr>
      </p:sp>
      <p:sp>
        <p:nvSpPr>
          <p:cNvPr id="9" name="Text 7"/>
          <p:cNvSpPr/>
          <p:nvPr/>
        </p:nvSpPr>
        <p:spPr>
          <a:xfrm>
            <a:off x="3352648" y="27432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81248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backlogs allowed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E3A46"/>
          </a:solidFill>
          <a:ln/>
        </p:spPr>
      </p:sp>
      <p:sp>
        <p:nvSpPr>
          <p:cNvPr id="12" name="Text 10"/>
          <p:cNvSpPr/>
          <p:nvPr/>
        </p:nvSpPr>
        <p:spPr>
          <a:xfrm>
            <a:off x="6233008" y="27432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61608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attendance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13368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3F5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13368" y="27432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41968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known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Input Validations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checked before it is accepted, so the program never crashes or stores bad data.</a:t>
            </a:r>
            <a:endParaRPr lang="en-US" sz="1450" dirty="0"/>
          </a:p>
        </p:txBody>
      </p:sp>
      <p:pic>
        <p:nvPicPr>
          <p:cNvPr id="5" name="Image 0" descr="icons/shield_acc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19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121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Number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0120" y="2441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number, 1 - 999999, and not already used</a:t>
            </a:r>
            <a:endParaRPr lang="en-US" sz="1100" dirty="0"/>
          </a:p>
        </p:txBody>
      </p:sp>
      <p:pic>
        <p:nvPicPr>
          <p:cNvPr id="8" name="Image 1" descr="icons/shield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2199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2121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75120" y="2441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left empty</a:t>
            </a:r>
            <a:endParaRPr lang="en-US" sz="1100" dirty="0"/>
          </a:p>
        </p:txBody>
      </p:sp>
      <p:pic>
        <p:nvPicPr>
          <p:cNvPr id="11" name="Image 2" descr="icons/shield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1810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Address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6012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contain '@' and a '.' after it, no spaces</a:t>
            </a:r>
            <a:endParaRPr lang="en-US" sz="1100" dirty="0"/>
          </a:p>
        </p:txBody>
      </p:sp>
      <p:pic>
        <p:nvPicPr>
          <p:cNvPr id="14" name="Image 3" descr="icons/shield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11810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512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of Study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67512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between 1 and 4</a:t>
            </a:r>
            <a:endParaRPr lang="en-US" sz="1100" dirty="0"/>
          </a:p>
        </p:txBody>
      </p:sp>
      <p:pic>
        <p:nvPicPr>
          <p:cNvPr id="17" name="Image 4" descr="icons/shield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14216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913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CGPA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960120" y="42336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value between 0.0 and 10.0</a:t>
            </a:r>
            <a:endParaRPr lang="en-US" sz="1100" dirty="0"/>
          </a:p>
        </p:txBody>
      </p:sp>
      <p:pic>
        <p:nvPicPr>
          <p:cNvPr id="20" name="Image 5" descr="icons/shiel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01421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75120" y="3913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Backlogs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675120" y="42336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between 0 and 100</a:t>
            </a:r>
            <a:endParaRPr lang="en-US" sz="1100" dirty="0"/>
          </a:p>
        </p:txBody>
      </p:sp>
      <p:pic>
        <p:nvPicPr>
          <p:cNvPr id="23" name="Image 6" descr="icons/shield_acc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10328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48097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%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960120" y="51297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value between 0 and 100</a:t>
            </a:r>
            <a:endParaRPr lang="en-US" sz="1100" dirty="0"/>
          </a:p>
        </p:txBody>
      </p:sp>
      <p:pic>
        <p:nvPicPr>
          <p:cNvPr id="26" name="Image 7" descr="icons/shield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910328"/>
            <a:ext cx="292608" cy="2926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75120" y="48097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6675120" y="51297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between 0 and 50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Code — All Modules, Simplified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six menu-driven modules, shown here in a short, easy-to-read form.</a:t>
            </a:r>
            <a:endParaRPr lang="en-US" sz="1350" dirty="0"/>
          </a:p>
        </p:txBody>
      </p:sp>
      <p:sp>
        <p:nvSpPr>
          <p:cNvPr id="11" name="Card 1"/>
          <p:cNvSpPr/>
          <p:nvPr/>
        </p:nvSpPr>
        <p:spPr>
          <a:xfrm>
            <a:off x="548640" y="205740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Badge 1"/>
          <p:cNvSpPr/>
          <p:nvPr/>
        </p:nvSpPr>
        <p:spPr>
          <a:xfrm>
            <a:off x="701040" y="2209800"/>
            <a:ext cx="228600" cy="228600"/>
          </a:xfrm>
          <a:prstGeom prst="ellipse">
            <a:avLst/>
          </a:prstGeom>
          <a:solidFill>
            <a:srgbClr val="E5544D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1</a:t>
            </a:r>
            <a:endParaRPr lang="en-US" sz="1000" dirty="0"/>
          </a:p>
        </p:txBody>
      </p:sp>
      <p:sp>
        <p:nvSpPr>
          <p:cNvPr id="13" name="Label 1"/>
          <p:cNvSpPr/>
          <p:nvPr/>
        </p:nvSpPr>
        <p:spPr>
          <a:xfrm>
            <a:off x="1021080" y="220980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Add Student</a:t>
            </a:r>
            <a:endParaRPr lang="en-US" sz="1200" dirty="0"/>
          </a:p>
        </p:txBody>
      </p:sp>
      <p:sp>
        <p:nvSpPr>
          <p:cNvPr id="14" name="Code 1"/>
          <p:cNvSpPr/>
          <p:nvPr/>
        </p:nvSpPr>
        <p:spPr>
          <a:xfrm>
            <a:off x="701040" y="252984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void addStudent()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getInput(&amp;s);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list[count++] = s;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15" name="Card 2"/>
          <p:cNvSpPr/>
          <p:nvPr/>
        </p:nvSpPr>
        <p:spPr>
          <a:xfrm>
            <a:off x="4307840" y="205740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Badge 2"/>
          <p:cNvSpPr/>
          <p:nvPr/>
        </p:nvSpPr>
        <p:spPr>
          <a:xfrm>
            <a:off x="4460240" y="2209800"/>
            <a:ext cx="228600" cy="228600"/>
          </a:xfrm>
          <a:prstGeom prst="ellipse">
            <a:avLst/>
          </a:prstGeom>
          <a:solidFill>
            <a:srgbClr val="E8B23A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2</a:t>
            </a:r>
            <a:endParaRPr lang="en-US" sz="1000" dirty="0"/>
          </a:p>
        </p:txBody>
      </p:sp>
      <p:sp>
        <p:nvSpPr>
          <p:cNvPr id="17" name="Label 2"/>
          <p:cNvSpPr/>
          <p:nvPr/>
        </p:nvSpPr>
        <p:spPr>
          <a:xfrm>
            <a:off x="4780280" y="220980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View All Students</a:t>
            </a:r>
            <a:endParaRPr lang="en-US" sz="1200" dirty="0"/>
          </a:p>
        </p:txBody>
      </p:sp>
      <p:sp>
        <p:nvSpPr>
          <p:cNvPr id="18" name="Code 2"/>
          <p:cNvSpPr/>
          <p:nvPr/>
        </p:nvSpPr>
        <p:spPr>
          <a:xfrm>
            <a:off x="4460240" y="252984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void viewAll()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(i=0; i&lt;count; 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show(list[i]);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19" name="Card 3"/>
          <p:cNvSpPr/>
          <p:nvPr/>
        </p:nvSpPr>
        <p:spPr>
          <a:xfrm>
            <a:off x="8067040" y="205740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Badge 3"/>
          <p:cNvSpPr/>
          <p:nvPr/>
        </p:nvSpPr>
        <p:spPr>
          <a:xfrm>
            <a:off x="8219440" y="2209800"/>
            <a:ext cx="228600" cy="228600"/>
          </a:xfrm>
          <a:prstGeom prst="ellipse">
            <a:avLst/>
          </a:prstGeom>
          <a:solidFill>
            <a:srgbClr val="3FB55A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3</a:t>
            </a:r>
            <a:endParaRPr lang="en-US" sz="1000" dirty="0"/>
          </a:p>
        </p:txBody>
      </p:sp>
      <p:sp>
        <p:nvSpPr>
          <p:cNvPr id="21" name="Label 3"/>
          <p:cNvSpPr/>
          <p:nvPr/>
        </p:nvSpPr>
        <p:spPr>
          <a:xfrm>
            <a:off x="8539480" y="220980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Search by Reg. No.</a:t>
            </a:r>
            <a:endParaRPr lang="en-US" sz="1200" dirty="0"/>
          </a:p>
        </p:txBody>
      </p:sp>
      <p:sp>
        <p:nvSpPr>
          <p:cNvPr id="22" name="Code 3"/>
          <p:cNvSpPr/>
          <p:nvPr/>
        </p:nvSpPr>
        <p:spPr>
          <a:xfrm>
            <a:off x="8219440" y="252984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void search(int regNo)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(list[i].regNo == regNo)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show(list[i]);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23" name="Card 4"/>
          <p:cNvSpPr/>
          <p:nvPr/>
        </p:nvSpPr>
        <p:spPr>
          <a:xfrm>
            <a:off x="548640" y="424514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Badge 4"/>
          <p:cNvSpPr/>
          <p:nvPr/>
        </p:nvSpPr>
        <p:spPr>
          <a:xfrm>
            <a:off x="701040" y="4397540"/>
            <a:ext cx="228600" cy="228600"/>
          </a:xfrm>
          <a:prstGeom prst="ellipse">
            <a:avLst/>
          </a:prstGeom>
          <a:solidFill>
            <a:srgbClr val="E5544D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4</a:t>
            </a:r>
            <a:endParaRPr lang="en-US" sz="1000" dirty="0"/>
          </a:p>
        </p:txBody>
      </p:sp>
      <p:sp>
        <p:nvSpPr>
          <p:cNvPr id="25" name="Label 4"/>
          <p:cNvSpPr/>
          <p:nvPr/>
        </p:nvSpPr>
        <p:spPr>
          <a:xfrm>
            <a:off x="1021080" y="439754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Check Eligibility</a:t>
            </a:r>
            <a:endParaRPr lang="en-US" sz="1200" dirty="0"/>
          </a:p>
        </p:txBody>
      </p:sp>
      <p:sp>
        <p:nvSpPr>
          <p:cNvPr id="26" name="Code 4"/>
          <p:cNvSpPr/>
          <p:nvPr/>
        </p:nvSpPr>
        <p:spPr>
          <a:xfrm>
            <a:off x="701040" y="471758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int checkEligibility(Student s)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(s.cgpa &gt;= 7.0 &amp;&amp;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s.backlogs == 0 &amp;&amp;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s.skills &gt; 2);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27" name="Card 5"/>
          <p:cNvSpPr/>
          <p:nvPr/>
        </p:nvSpPr>
        <p:spPr>
          <a:xfrm>
            <a:off x="4307840" y="424514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Badge 5"/>
          <p:cNvSpPr/>
          <p:nvPr/>
        </p:nvSpPr>
        <p:spPr>
          <a:xfrm>
            <a:off x="4460240" y="4397540"/>
            <a:ext cx="228600" cy="228600"/>
          </a:xfrm>
          <a:prstGeom prst="ellipse">
            <a:avLst/>
          </a:prstGeom>
          <a:solidFill>
            <a:srgbClr val="E8B23A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5</a:t>
            </a:r>
            <a:endParaRPr lang="en-US" sz="1000" dirty="0"/>
          </a:p>
        </p:txBody>
      </p:sp>
      <p:sp>
        <p:nvSpPr>
          <p:cNvPr id="29" name="Label 5"/>
          <p:cNvSpPr/>
          <p:nvPr/>
        </p:nvSpPr>
        <p:spPr>
          <a:xfrm>
            <a:off x="4780280" y="439754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Display Eligible</a:t>
            </a:r>
            <a:endParaRPr lang="en-US" sz="1200" dirty="0"/>
          </a:p>
        </p:txBody>
      </p:sp>
      <p:sp>
        <p:nvSpPr>
          <p:cNvPr id="30" name="Code 5"/>
          <p:cNvSpPr/>
          <p:nvPr/>
        </p:nvSpPr>
        <p:spPr>
          <a:xfrm>
            <a:off x="4460240" y="471758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void displayEligible()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(list[i].isEligible)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show(list[i]);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31" name="Card 6"/>
          <p:cNvSpPr/>
          <p:nvPr/>
        </p:nvSpPr>
        <p:spPr>
          <a:xfrm>
            <a:off x="8067040" y="4245140"/>
            <a:ext cx="3576320" cy="200486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Badge 6"/>
          <p:cNvSpPr/>
          <p:nvPr/>
        </p:nvSpPr>
        <p:spPr>
          <a:xfrm>
            <a:off x="8219440" y="4397540"/>
            <a:ext cx="228600" cy="228600"/>
          </a:xfrm>
          <a:prstGeom prst="ellipse">
            <a:avLst/>
          </a:prstGeom>
          <a:solidFill>
            <a:srgbClr val="3FB55A"/>
          </a:solidFill>
          <a:ln/>
        </p:spPr>
        <p:txBody>
          <a:bodyPr wrap="square" rtlCol="0" anchor="ctr" lIns="0" tIns="0" rIns="0" bIns="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  <a:latin typeface="Calibri" pitchFamily="34" charset="0"/>
              </a:rPr>
              <a:t>6</a:t>
            </a:r>
            <a:endParaRPr lang="en-US" sz="1000" dirty="0"/>
          </a:p>
        </p:txBody>
      </p:sp>
      <p:sp>
        <p:nvSpPr>
          <p:cNvPr id="33" name="Label 6"/>
          <p:cNvSpPr/>
          <p:nvPr/>
        </p:nvSpPr>
        <p:spPr>
          <a:xfrm>
            <a:off x="8539480" y="4397540"/>
            <a:ext cx="2951480" cy="22860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Exit</a:t>
            </a:r>
            <a:endParaRPr lang="en-US" sz="1200" dirty="0"/>
          </a:p>
        </p:txBody>
      </p:sp>
      <p:sp>
        <p:nvSpPr>
          <p:cNvPr id="34" name="Code 6"/>
          <p:cNvSpPr/>
          <p:nvPr/>
        </p:nvSpPr>
        <p:spPr>
          <a:xfrm>
            <a:off x="8219440" y="4717580"/>
            <a:ext cx="3271520" cy="14105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void exitProgram()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saveToFile();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printf("Thank you!");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000" dirty="0"/>
          </a:p>
        </p:txBody>
      </p:sp>
      <p:sp>
        <p:nvSpPr>
          <p:cNvPr id="9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Output Walkthrough</a:t>
            </a:r>
            <a:endParaRPr lang="en-US" sz="30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Label 0"/>
          <p:cNvSpPr/>
          <p:nvPr/>
        </p:nvSpPr>
        <p:spPr>
          <a:xfrm>
            <a:off x="628640" y="151304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Student</a:t>
            </a:r>
            <a:endParaRPr lang="en-US" sz="1100" dirty="0"/>
          </a:p>
        </p:txBody>
      </p:sp>
      <p:pic>
        <p:nvPicPr>
          <p:cNvPr id="6" name="Screenshot 1" descr="screenshot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40" y="1758793"/>
            <a:ext cx="3416320" cy="1890534"/>
          </a:xfrm>
          <a:prstGeom prst="rect">
            <a:avLst/>
          </a:prstGeom>
        </p:spPr>
      </p:pic>
      <p:sp>
        <p:nvSpPr>
          <p:cNvPr id="7" name="Card 1"/>
          <p:cNvSpPr/>
          <p:nvPr/>
        </p:nvSpPr>
        <p:spPr>
          <a:xfrm>
            <a:off x="4307840" y="146304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Label 1"/>
          <p:cNvSpPr/>
          <p:nvPr/>
        </p:nvSpPr>
        <p:spPr>
          <a:xfrm>
            <a:off x="4387840" y="151304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All Students</a:t>
            </a:r>
            <a:endParaRPr lang="en-US" sz="1100" dirty="0"/>
          </a:p>
        </p:txBody>
      </p:sp>
      <p:pic>
        <p:nvPicPr>
          <p:cNvPr id="9" name="Screenshot 2" descr="screenshot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7840" y="2125023"/>
            <a:ext cx="3416320" cy="1158074"/>
          </a:xfrm>
          <a:prstGeom prst="rect">
            <a:avLst/>
          </a:prstGeom>
        </p:spPr>
      </p:pic>
      <p:sp>
        <p:nvSpPr>
          <p:cNvPr id="10" name="Card 2"/>
          <p:cNvSpPr/>
          <p:nvPr/>
        </p:nvSpPr>
        <p:spPr>
          <a:xfrm>
            <a:off x="8067040" y="146304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Label 2"/>
          <p:cNvSpPr/>
          <p:nvPr/>
        </p:nvSpPr>
        <p:spPr>
          <a:xfrm>
            <a:off x="8147040" y="151304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Search by Reg. No.</a:t>
            </a:r>
            <a:endParaRPr lang="en-US" sz="1100" dirty="0"/>
          </a:p>
        </p:txBody>
      </p:sp>
      <p:pic>
        <p:nvPicPr>
          <p:cNvPr id="12" name="Screenshot 3" descr="screenshot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12312" y="1723040"/>
            <a:ext cx="2285776" cy="1962040"/>
          </a:xfrm>
          <a:prstGeom prst="rect">
            <a:avLst/>
          </a:prstGeom>
        </p:spPr>
      </p:pic>
      <p:sp>
        <p:nvSpPr>
          <p:cNvPr id="13" name="Card 3"/>
          <p:cNvSpPr/>
          <p:nvPr/>
        </p:nvSpPr>
        <p:spPr>
          <a:xfrm>
            <a:off x="548640" y="394796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Label 3"/>
          <p:cNvSpPr/>
          <p:nvPr/>
        </p:nvSpPr>
        <p:spPr>
          <a:xfrm>
            <a:off x="628640" y="399796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Display Eligible Students</a:t>
            </a:r>
            <a:endParaRPr lang="en-US" sz="1100" dirty="0"/>
          </a:p>
        </p:txBody>
      </p:sp>
      <p:pic>
        <p:nvPicPr>
          <p:cNvPr id="15" name="Screenshot 4" descr="screenshot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40" y="4409168"/>
            <a:ext cx="3416320" cy="1559624"/>
          </a:xfrm>
          <a:prstGeom prst="rect">
            <a:avLst/>
          </a:prstGeom>
        </p:spPr>
      </p:pic>
      <p:sp>
        <p:nvSpPr>
          <p:cNvPr id="16" name="Card 4"/>
          <p:cNvSpPr/>
          <p:nvPr/>
        </p:nvSpPr>
        <p:spPr>
          <a:xfrm>
            <a:off x="4307840" y="394796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Label 4"/>
          <p:cNvSpPr/>
          <p:nvPr/>
        </p:nvSpPr>
        <p:spPr>
          <a:xfrm>
            <a:off x="4387840" y="399796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Check My Status</a:t>
            </a:r>
            <a:endParaRPr lang="en-US" sz="1100" dirty="0"/>
          </a:p>
        </p:txBody>
      </p:sp>
      <p:pic>
        <p:nvPicPr>
          <p:cNvPr id="18" name="Screenshot 5" descr="screenshot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6161" y="4207960"/>
            <a:ext cx="2739677" cy="1962040"/>
          </a:xfrm>
          <a:prstGeom prst="rect">
            <a:avLst/>
          </a:prstGeom>
        </p:spPr>
      </p:pic>
      <p:sp>
        <p:nvSpPr>
          <p:cNvPr id="19" name="Card 5"/>
          <p:cNvSpPr/>
          <p:nvPr/>
        </p:nvSpPr>
        <p:spPr>
          <a:xfrm>
            <a:off x="8067040" y="3947960"/>
            <a:ext cx="3576320" cy="2302040"/>
          </a:xfrm>
          <a:prstGeom prst="roundRect">
            <a:avLst>
              <a:gd name="adj" fmla="val 4000"/>
            </a:avLst>
          </a:prstGeom>
          <a:solidFill>
            <a:srgbClr val="1B222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Label 5"/>
          <p:cNvSpPr/>
          <p:nvPr/>
        </p:nvSpPr>
        <p:spPr>
          <a:xfrm>
            <a:off x="8147040" y="3997960"/>
            <a:ext cx="341632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B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Exit</a:t>
            </a:r>
            <a:endParaRPr lang="en-US" sz="1100" dirty="0"/>
          </a:p>
        </p:txBody>
      </p:sp>
      <p:pic>
        <p:nvPicPr>
          <p:cNvPr id="21" name="Screenshot 6" descr="screenshot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7040" y="4618603"/>
            <a:ext cx="3416320" cy="1140753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5" name="Image 0" descr="icons/cogs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05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Functions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011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a separate, reusable function — easy to test and extend.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9" name="Image 1" descr="icons/shiel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207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249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Thorough Input Validation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063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checked before use, preventing crashes from bad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3" name="Image 2" descr="icons/fi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136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76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Persistence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4114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saved to students.txt and reloaded automatically on startup.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7" name="Image 3" descr="icons/char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651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828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Eligibility Decisions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5166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computed automatically the moment data is entered.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eck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057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using this!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29718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Placement Eligibility Management System brings together structures, file handling, and validated input into one practical, menu-driven C application.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069080"/>
            <a:ext cx="2743200" cy="0"/>
          </a:xfrm>
          <a:prstGeom prst="line">
            <a:avLst/>
          </a:prstGeom>
          <a:noFill/>
          <a:ln w="15875">
            <a:solidFill>
              <a:srgbClr val="5C7C8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224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Jeevan. S  (811325104088)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49011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Kamalesh. P  (811325104091)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230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 Amalraj. A  (811325104110)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stra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Placement Eligibility Management System is a menu-driven C program built with structures and text file handling to manage student placement records, letting users add, view, search, and store student details efficiently.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checked automatically against CGPA, attendance, and arrears, with every qualifying student displayed at once — giving a simple, organized way to maintain student information while reinforcing structures, functions, and file handling in 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Marvels — Jeevan S · Kamalesh P · Livin Amalraj A</a:t>
            </a:r>
            <a:endParaRPr lang="en-US" sz="1150" i="1" dirty="0"/>
          </a:p>
        </p:txBody>
      </p:sp>
      <p:sp>
        <p:nvSpPr>
          <p:cNvPr id="7" name="Shape 4"/>
          <p:cNvSpPr/>
          <p:nvPr/>
        </p:nvSpPr>
        <p:spPr>
          <a:xfrm>
            <a:off x="7040880" y="15087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8" name="Image 0" descr="icons/clipboard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2880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0" y="1673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&amp; Efficient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0" y="20756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search, and store details with ease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040880" y="30632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2" name="Image 1" descr="icons/db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3832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3227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Storage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46720" y="3630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&amp; text file handling keep records safe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040880" y="46177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 w="9525">
            <a:solidFill>
              <a:srgbClr val="D9DEE2"/>
            </a:solidFill>
            <a:prstDash val="solid"/>
          </a:ln>
        </p:spPr>
      </p:sp>
      <p:pic>
        <p:nvPicPr>
          <p:cNvPr id="16" name="Image 2" descr="icons/chec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937760"/>
            <a:ext cx="594360" cy="5943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46720" y="4782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Checks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046720" y="5184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CGPA, attendance &amp; arrears automatically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 Eligibility Management System</dc:title>
  <dc:subject>PptxGenJS Presentation</dc:subject>
  <dc:creator>Jeevan S, Kamalesh P, Livin Amalraj A</dc:creator>
  <cp:lastModifiedBy>Jeevan S, Kamalesh P, Livin Amalraj A</cp:lastModifiedBy>
  <cp:revision>1</cp:revision>
  <dcterms:created xsi:type="dcterms:W3CDTF">2026-07-07T05:50:26Z</dcterms:created>
  <dcterms:modified xsi:type="dcterms:W3CDTF">2026-07-07T05:50:26Z</dcterms:modified>
</cp:coreProperties>
</file>